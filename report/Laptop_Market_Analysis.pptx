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6318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920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VISUALIZATION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Market Trends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Specifications &amp; Performance — An Analysis of 991 Laptop Listings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Deekshith Kumar   |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 | Aspiring Data Analyst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github.com/Deekshith-17   | 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84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Drivers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specifications (processor, RAM, storage, GPU) most influence laptop price?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84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Value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974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brands offer the best rating-to-price ratio for buyers?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325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Factors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37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hardware choices relate to customer satisfaction?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325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37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through clear, data-driven charts.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laptops.csv — real-world laptop listings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Listings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2103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Laptop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103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After Cleaning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0" y="1920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0" y="2103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Represented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 analyzed: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27939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133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Model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427939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4133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Rating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73659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590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(brand, tier, cores, threads)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473659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4590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&amp; Storage (type, capacity)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19379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047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(brand, type)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80760" y="519379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5047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(size, resolution, touch)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565099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5504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Warranty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visual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57400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991 laptop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loaded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2715768" y="2542032"/>
            <a:ext cx="146304" cy="20116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2834640" y="2194560"/>
            <a:ext cx="2057400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194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291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filled, duplicates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removed, outliers cut (IQR)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4910328" y="2542032"/>
            <a:ext cx="146304" cy="20116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194560"/>
            <a:ext cx="2057400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2194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291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grouping,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7104888" y="2542032"/>
            <a:ext cx="146304" cy="20116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2194560"/>
            <a:ext cx="2057400" cy="9144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2194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291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box, violin,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pie, pairplot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9299448" y="2542032"/>
            <a:ext cx="146304" cy="20116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2194560"/>
            <a:ext cx="2057400" cy="9144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0" y="2194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291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recommendations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33272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166360"/>
            <a:ext cx="1033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856232" y="5166360"/>
            <a:ext cx="1033272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56232" y="5166360"/>
            <a:ext cx="1033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072384" y="51663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72384" y="5166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69664" y="516636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9664" y="5166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861304" y="5166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61304" y="516636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Brands Cost the Most?</a:t>
            </a:r>
            <a:endParaRPr lang="en-US" sz="2800" dirty="0"/>
          </a:p>
        </p:txBody>
      </p:sp>
      <p:pic>
        <p:nvPicPr>
          <p:cNvPr id="3" name="Image 0" descr="chart1_avg_price_by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675120" cy="40782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98080" y="118872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₹1,16,990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— highest average price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423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₹9,800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Iball — lowest average price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370332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425196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brands use higher-tier processors, more RAM, and dedicated GPUs — all of which raise manufacturing cost. Budget brands optimize for entry-level specs to hit lower price points.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Price?</a:t>
            </a:r>
            <a:endParaRPr lang="en-US" sz="2800" dirty="0"/>
          </a:p>
        </p:txBody>
      </p:sp>
      <p:pic>
        <p:nvPicPr>
          <p:cNvPr id="3" name="Image 0" descr="chart10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14416" cy="3429000"/>
          </a:xfrm>
          <a:prstGeom prst="rect">
            <a:avLst/>
          </a:prstGeom>
        </p:spPr>
      </p:pic>
      <p:pic>
        <p:nvPicPr>
          <p:cNvPr id="4" name="Image 1" descr="chart9_price_trend_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614416" cy="3429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525780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driver: </a:t>
            </a:r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count (r = 0.74) &amp; Rating (r = 0.71)    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driver: </a:t>
            </a:r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size (r = 0.11)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shows a clear step-up pattern — price roughly triples between 8GB and 16GB configurations, then rises steadily beyond that.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Composition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and GPU brand share across all listings</a:t>
            </a:r>
            <a:endParaRPr lang="en-US" sz="1300" dirty="0"/>
          </a:p>
        </p:txBody>
      </p:sp>
      <p:pic>
        <p:nvPicPr>
          <p:cNvPr id="4" name="Image 0" descr="chart11_os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57400"/>
            <a:ext cx="5669280" cy="3465576"/>
          </a:xfrm>
          <a:prstGeom prst="rect">
            <a:avLst/>
          </a:prstGeom>
        </p:spPr>
      </p:pic>
      <p:pic>
        <p:nvPicPr>
          <p:cNvPr id="5" name="Image 1" descr="chart12_gpu_brand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57400"/>
            <a:ext cx="5669280" cy="34655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sits in the Mid-range segment: SSD storage, 16GB RAM, and an i5/Ryzen 5-class processor balance performance and price.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7889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marketing with processor tier and thread count — the strongest, most persuasive price justifiers for customers.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Manufacturers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7889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GPU and SSD storage both show a clear price-and-rating lift — worth prioritizing in new product lines.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6318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920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systematic cleaning, exploration, and visualization of real laptop data turns raw specifications into clear, actionable insight — for buyers choosing a laptop and for businesses shaping price strategy.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github.com/Deekshith-17/laptop-market-analysis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2026-09-21T06:19:59Z</dcterms:created>
  <dcterms:modified xsi:type="dcterms:W3CDTF">2026-09-21T06:19:59Z</dcterms:modified>
</cp:coreProperties>
</file>